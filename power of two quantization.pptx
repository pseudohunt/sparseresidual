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11480" cy="73152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 |  HARDWARE R&amp;D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Power-of-Two Quantization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Hardware Path for Mixed-Precision Inference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91440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silicon. Lower power. One decoder for every precision.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Bottleneck: LUT-Based Quantization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Non-uniform quantization stores every level in a table and feeds a multiplier per weight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926080" cy="3017520"/>
          </a:xfrm>
          <a:prstGeom prst="rect">
            <a:avLst/>
          </a:prstGeom>
          <a:solidFill>
            <a:srgbClr val="F4F6FB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91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 LUT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 0   →  -1.421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4597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 1   →  -0.731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 2   →  -0.296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0815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 3   →  -0.085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3924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 4   →   0.085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703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...     →    ...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 15  →   1.421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3063240"/>
            <a:ext cx="4572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069080" y="26974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271576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86200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0" y="1554480"/>
            <a:ext cx="3657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12080" y="1554480"/>
            <a:ext cx="73152" cy="9144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16916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Stored, not computed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40680" y="20116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quantization level lives in SRAM — area scales with bit-width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12080" y="2606040"/>
            <a:ext cx="3657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12080" y="2606040"/>
            <a:ext cx="73152" cy="9144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27432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latency + power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30632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decode + SRAM access on every weight operation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12080" y="3657600"/>
            <a:ext cx="3657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12080" y="3657600"/>
            <a:ext cx="73152" cy="9144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3794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still required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41148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lookup, a full multiplier is still in the critical path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Power-of-Two: Multiplication Becomes Shifting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levels expressed as sums of powers of 2 — no table, no multiplier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786384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10  =  8 + 2  =  2</a:t>
            </a:r>
            <a:pPr indent="0" marL="0">
              <a:buNone/>
            </a:pPr>
            <a:r>
              <a:rPr lang="en-US" sz="14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</a:t>
            </a:r>
            <a:pPr indent="0" marL="0">
              <a:buNone/>
            </a:pPr>
            <a:r>
              <a:rPr lang="en-US" sz="14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⇒        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· 10  =  (x &lt;&lt; 3) + (x &lt;&lt; 1)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2514600" cy="146304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3246120"/>
            <a:ext cx="320040" cy="3200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227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3200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LUT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840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stored quantization levels. No SRAM access per weight.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3017520"/>
            <a:ext cx="2514600" cy="146304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66160" y="3246120"/>
            <a:ext cx="320040" cy="3200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3227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23360" y="3200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Multiplier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6160" y="3840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by hardwired shifts and a small adder.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3017520"/>
            <a:ext cx="2514600" cy="146304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3246120"/>
            <a:ext cx="320040" cy="3200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3227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3200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Codebook,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Precisions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3840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8-bin, 4-bin, 2-bin share one set of power-of-2 atoms.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Power-of-Two Hardware: Shift-and-Add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input fans out to hardwired shifts; enables (E) gate each lane; outputs sum in a single adder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240280"/>
            <a:ext cx="109728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54480" y="2560320"/>
            <a:ext cx="320040" cy="0"/>
          </a:xfrm>
          <a:prstGeom prst="line">
            <a:avLst/>
          </a:prstGeom>
          <a:noFill/>
          <a:ln w="2286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1668780"/>
            <a:ext cx="0" cy="2002536"/>
          </a:xfrm>
          <a:prstGeom prst="line">
            <a:avLst/>
          </a:prstGeom>
          <a:noFill/>
          <a:ln w="2286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1668780"/>
            <a:ext cx="4114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476756"/>
            <a:ext cx="384048" cy="38404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4767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70048" y="1668780"/>
            <a:ext cx="4114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81528" y="1417320"/>
            <a:ext cx="1188720" cy="502920"/>
          </a:xfrm>
          <a:prstGeom prst="rect">
            <a:avLst/>
          </a:prstGeom>
          <a:solidFill>
            <a:srgbClr val="F4F6FB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81528" y="14538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81528" y="16733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&lt;&lt; 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70248" y="1668780"/>
            <a:ext cx="3657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2336292"/>
            <a:ext cx="4114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2144268"/>
            <a:ext cx="384048" cy="38404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21442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e₁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670048" y="2336292"/>
            <a:ext cx="4114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81528" y="2084832"/>
            <a:ext cx="1188720" cy="502920"/>
          </a:xfrm>
          <a:prstGeom prst="rect">
            <a:avLst/>
          </a:prstGeom>
          <a:solidFill>
            <a:srgbClr val="F4F6FB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81528" y="21214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81528" y="23408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&lt;&lt; 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70248" y="2336292"/>
            <a:ext cx="3657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74520" y="3003804"/>
            <a:ext cx="4114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0" y="2811780"/>
            <a:ext cx="384048" cy="38404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2811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670048" y="3003804"/>
            <a:ext cx="4114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81528" y="2752344"/>
            <a:ext cx="1188720" cy="502920"/>
          </a:xfrm>
          <a:prstGeom prst="rect">
            <a:avLst/>
          </a:prstGeom>
          <a:solidFill>
            <a:srgbClr val="F4F6FB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81528" y="2788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081528" y="30083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&lt;&lt; 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70248" y="3003804"/>
            <a:ext cx="3657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74520" y="3671316"/>
            <a:ext cx="4114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3479292"/>
            <a:ext cx="384048" cy="38404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34792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e₃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670048" y="3671316"/>
            <a:ext cx="4114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81528" y="3419856"/>
            <a:ext cx="1188720" cy="502920"/>
          </a:xfrm>
          <a:prstGeom prst="rect">
            <a:avLst/>
          </a:prstGeom>
          <a:solidFill>
            <a:srgbClr val="F4F6FB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81528" y="3456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8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081528" y="36758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&lt;&lt; 3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70248" y="3671316"/>
            <a:ext cx="3657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36008" y="1668780"/>
            <a:ext cx="0" cy="2002536"/>
          </a:xfrm>
          <a:prstGeom prst="line">
            <a:avLst/>
          </a:prstGeom>
          <a:noFill/>
          <a:ln w="22860">
            <a:solidFill>
              <a:srgbClr val="1E276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36008" y="2560320"/>
            <a:ext cx="320040" cy="0"/>
          </a:xfrm>
          <a:prstGeom prst="line">
            <a:avLst/>
          </a:prstGeom>
          <a:noFill/>
          <a:ln w="22860">
            <a:solidFill>
              <a:srgbClr val="1E276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56048" y="2240280"/>
            <a:ext cx="1097280" cy="64008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956048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Adder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053328" y="2560320"/>
            <a:ext cx="4572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6556248" y="2377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 · z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circles are exponent enables — when off, the lane contributes 0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48640" y="4389120"/>
            <a:ext cx="2606040" cy="50292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43891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 2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1417320" y="4389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lanes at any time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337560" y="4389120"/>
            <a:ext cx="2606040" cy="50292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29000" y="43891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4206240" y="4389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 on the critical path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126480" y="4389120"/>
            <a:ext cx="2606040" cy="50292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17920" y="43891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6995160" y="4389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multipliers needed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→ E Mapping: The Decoder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stored control bits (C) into the exponent enables (E) that drive the shift-add hardware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(control bits)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1737360"/>
            <a:ext cx="12801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37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94560" y="1943100"/>
            <a:ext cx="5486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14400" y="2258568"/>
            <a:ext cx="12801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2585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g₀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94560" y="2464308"/>
            <a:ext cx="5486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4400" y="2779776"/>
            <a:ext cx="12801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277977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194560" y="2985516"/>
            <a:ext cx="5486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00400" y="1691640"/>
            <a:ext cx="2743200" cy="178308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AND gates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0040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+ 1 inverter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2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gate delay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(exponent enables)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1623060"/>
            <a:ext cx="10058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949440" y="1417320"/>
            <a:ext cx="1463040" cy="411480"/>
          </a:xfrm>
          <a:prstGeom prst="rect">
            <a:avLst/>
          </a:prstGeom>
          <a:solidFill>
            <a:srgbClr val="F4F6FB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417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e₃ →  × 8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0" y="2144268"/>
            <a:ext cx="10058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949440" y="1938528"/>
            <a:ext cx="1463040" cy="411480"/>
          </a:xfrm>
          <a:prstGeom prst="rect">
            <a:avLst/>
          </a:prstGeom>
          <a:solidFill>
            <a:srgbClr val="F4F6FB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19385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e₂ →  × 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0" y="2665476"/>
            <a:ext cx="10058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949440" y="2459736"/>
            <a:ext cx="1463040" cy="411480"/>
          </a:xfrm>
          <a:prstGeom prst="rect">
            <a:avLst/>
          </a:prstGeom>
          <a:solidFill>
            <a:srgbClr val="F4F6FB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245973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e₁ →  × 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43600" y="3186684"/>
            <a:ext cx="10058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949440" y="2980944"/>
            <a:ext cx="1463040" cy="411480"/>
          </a:xfrm>
          <a:prstGeom prst="rect">
            <a:avLst/>
          </a:prstGeom>
          <a:solidFill>
            <a:srgbClr val="F4F6FB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298094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e₀ →  × 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Footprint: roughly the area of a single full-adder cell — and it feeds the shift-add hardware directly.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Mapper, Every Precision Mode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decoder and shift-add hardware handles 8-bin, 4-bin, and 2-bin weights — no replication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18288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81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8-bin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892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3-bit weights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high-saliency channels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37360" y="2377440"/>
            <a:ext cx="0" cy="502920"/>
          </a:xfrm>
          <a:prstGeom prst="line">
            <a:avLst/>
          </a:prstGeom>
          <a:noFill/>
          <a:ln w="2286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57600" y="1508760"/>
            <a:ext cx="18288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1581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4-bin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57600" y="1892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2-bit weights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channels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2377440"/>
            <a:ext cx="0" cy="502920"/>
          </a:xfrm>
          <a:prstGeom prst="line">
            <a:avLst/>
          </a:prstGeom>
          <a:noFill/>
          <a:ln w="2286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92240" y="1508760"/>
            <a:ext cx="18288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581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2-bin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1892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1-bit weights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low-saliency channels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06640" y="2377440"/>
            <a:ext cx="0" cy="502920"/>
          </a:xfrm>
          <a:prstGeom prst="line">
            <a:avLst/>
          </a:prstGeom>
          <a:noFill/>
          <a:ln w="2286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2960" y="2926080"/>
            <a:ext cx="7498080" cy="100584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035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PHYSICAL HARDWARE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3375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→ E Decoder    +    Shift-and-Add Multiplier    +    Sign Accumulator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3931920" cy="6400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251960"/>
            <a:ext cx="73152" cy="64008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251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datapath replication across precisions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4251960"/>
            <a:ext cx="3931920" cy="6400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4251960"/>
            <a:ext cx="73152" cy="64008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4251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precisions clock-gate idle paths for free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Datapath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weights decode once into E enables; activations enter the shift-add hardware as a second input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88720" y="1325880"/>
            <a:ext cx="23774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1325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Weight Bits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77440" y="1874520"/>
            <a:ext cx="0" cy="2743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188720" y="2194560"/>
            <a:ext cx="2377440" cy="77724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2304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→ E  Decoder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2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ANDs + 1 INV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2194560"/>
            <a:ext cx="23774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77840" y="2304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Activation  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7784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in each cycle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657600"/>
            <a:ext cx="7315200" cy="86868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794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+ ADD HARDWARE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0965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2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shifts  →  single adder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77440" y="2971800"/>
            <a:ext cx="0" cy="6858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600200" y="3150108"/>
            <a:ext cx="1554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1501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enables (e₀..e₃)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2971800"/>
            <a:ext cx="0" cy="6858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63640" y="3150108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31501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(activation)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4526280"/>
            <a:ext cx="0" cy="201168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474720" y="4782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Output:  x · w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11480" cy="73152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Buys Us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840480" cy="1417320"/>
          </a:xfrm>
          <a:prstGeom prst="rect">
            <a:avLst/>
          </a:prstGeom>
          <a:solidFill>
            <a:srgbClr val="121A45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94560"/>
            <a:ext cx="201168" cy="20116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103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Smaller Silicon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the LUT SRAM and replaces multipliers with shifters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920240"/>
            <a:ext cx="3840480" cy="1417320"/>
          </a:xfrm>
          <a:prstGeom prst="rect">
            <a:avLst/>
          </a:prstGeom>
          <a:solidFill>
            <a:srgbClr val="121A45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2194560"/>
            <a:ext cx="201168" cy="20116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2103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Lower Power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26060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SRAM access per weight; idle paths clock-gated in low-precision modes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3840480" cy="1417320"/>
          </a:xfrm>
          <a:prstGeom prst="rect">
            <a:avLst/>
          </a:prstGeom>
          <a:solidFill>
            <a:srgbClr val="121A45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749040"/>
            <a:ext cx="201168" cy="20116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3657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Critical Path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41605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1-gate decoder + a single adder; no multiplier latency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474720"/>
            <a:ext cx="3840480" cy="1417320"/>
          </a:xfrm>
          <a:prstGeom prst="rect">
            <a:avLst/>
          </a:prstGeom>
          <a:solidFill>
            <a:srgbClr val="121A45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3749040"/>
            <a:ext cx="201168" cy="20116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3657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Mixed-Precision Ready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37760" y="41605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mapper serves 8-bin, 4-bin, and 2-bin weights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Power-of-Two Quantization</dc:title>
  <dc:subject>PptxGenJS Presentation</dc:subject>
  <dc:creator>PptxGenJS</dc:creator>
  <cp:lastModifiedBy>PptxGenJS</cp:lastModifiedBy>
  <cp:revision>1</cp:revision>
  <dcterms:created xsi:type="dcterms:W3CDTF">2026-05-20T07:11:18Z</dcterms:created>
  <dcterms:modified xsi:type="dcterms:W3CDTF">2026-05-20T07:11:18Z</dcterms:modified>
</cp:coreProperties>
</file>